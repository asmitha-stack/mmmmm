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1C3EF-9342-42C1-BE08-C12249F8E0D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7B08A-7078-4952-8ACB-28430AB71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0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VON NEUMANN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B08A-7078-4952-8ACB-28430AB7190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4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SYMMETRIC MULTIPROCESSING ARCHITECTURE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B08A-7078-4952-8ACB-28430AB7190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82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DUAL CORE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B08A-7078-4952-8ACB-28430AB7190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05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B08A-7078-4952-8ACB-28430AB7190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52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How the bounded buffer using circular array for the producer consumer problem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7B08A-7078-4952-8ACB-28430AB7190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75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7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2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0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1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4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222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9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28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1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2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724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923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939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92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778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88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8D1A59-B901-4F3A-99DC-B77F3343812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C0E3D-31A3-488F-AD41-645F0F6D81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357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AE0D1-1A38-96A8-A5AA-8C426D47E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640080"/>
            <a:ext cx="8083296" cy="5367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2072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BC21D-FE77-49F0-2B5E-D7F93D87D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56232" y="969265"/>
            <a:ext cx="7452360" cy="456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7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517FF-80BD-DFE7-4CB4-6EBBEF859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8568" y="1152144"/>
            <a:ext cx="7434072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1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47353D-5983-524E-7DAB-CD1F8B7E4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352" y="630936"/>
            <a:ext cx="7598664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2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94D5-8A03-C4D2-7D3F-24AAC194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02346"/>
          </a:xfrm>
        </p:spPr>
        <p:txBody>
          <a:bodyPr/>
          <a:lstStyle/>
          <a:p>
            <a:r>
              <a:rPr lang="en-US" altLang="en-US" sz="3200" dirty="0"/>
              <a:t>Memory Layout for </a:t>
            </a:r>
            <a:r>
              <a:rPr lang="en-US" altLang="en-US" sz="3200" dirty="0" err="1"/>
              <a:t>Multiprogrammed</a:t>
            </a:r>
            <a:r>
              <a:rPr lang="en-US" altLang="en-US" sz="3200" dirty="0"/>
              <a:t> System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7C12E-8652-A7DB-3AA8-2EF470223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208" y="1316736"/>
            <a:ext cx="4919472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7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E25A-D79C-3CB1-FBE2-A63FC3EF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6586"/>
          </a:xfrm>
        </p:spPr>
        <p:txBody>
          <a:bodyPr/>
          <a:lstStyle/>
          <a:p>
            <a:r>
              <a:rPr lang="en-IN" dirty="0"/>
              <a:t>Dual mode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5F0874-46F2-ED52-8BAD-9419B7F78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016" y="1609344"/>
            <a:ext cx="8339327" cy="456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7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8EE43-8DFC-77C1-E117-4E006095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452718"/>
            <a:ext cx="9447330" cy="937170"/>
          </a:xfrm>
        </p:spPr>
        <p:txBody>
          <a:bodyPr/>
          <a:lstStyle/>
          <a:p>
            <a:r>
              <a:rPr lang="en-IN" b="1" dirty="0"/>
              <a:t>STORAGE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BBC42-B9A8-5D56-7726-A1A84C251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91056"/>
            <a:ext cx="8946541" cy="4657343"/>
          </a:xfrm>
        </p:spPr>
        <p:txBody>
          <a:bodyPr>
            <a:normAutofit/>
          </a:bodyPr>
          <a:lstStyle/>
          <a:p>
            <a:r>
              <a:rPr lang="en-IN" sz="2400" dirty="0"/>
              <a:t>file system management</a:t>
            </a:r>
          </a:p>
          <a:p>
            <a:r>
              <a:rPr lang="en-IN" sz="2400" dirty="0"/>
              <a:t>Mass storage management</a:t>
            </a:r>
          </a:p>
          <a:p>
            <a:r>
              <a:rPr lang="en-IN" sz="2400" dirty="0"/>
              <a:t>Caching</a:t>
            </a:r>
          </a:p>
          <a:p>
            <a:r>
              <a:rPr lang="en-IN" sz="2400" dirty="0"/>
              <a:t>I/O systems</a:t>
            </a:r>
          </a:p>
        </p:txBody>
      </p:sp>
    </p:spTree>
    <p:extLst>
      <p:ext uri="{BB962C8B-B14F-4D97-AF65-F5344CB8AC3E}">
        <p14:creationId xmlns:p14="http://schemas.microsoft.com/office/powerpoint/2010/main" val="381644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0E4-E674-22EB-3BE9-DCB2C8ED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2306"/>
          </a:xfrm>
        </p:spPr>
        <p:txBody>
          <a:bodyPr/>
          <a:lstStyle/>
          <a:p>
            <a:r>
              <a:rPr lang="en-IN" dirty="0"/>
              <a:t>File system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33F5-0CAD-7835-A20A-CA1982772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00200"/>
            <a:ext cx="8946541" cy="4648199"/>
          </a:xfrm>
        </p:spPr>
        <p:txBody>
          <a:bodyPr>
            <a:normAutofit/>
          </a:bodyPr>
          <a:lstStyle/>
          <a:p>
            <a:r>
              <a:rPr lang="en-IN" sz="2400" dirty="0"/>
              <a:t>Creating and deleting files</a:t>
            </a:r>
          </a:p>
          <a:p>
            <a:r>
              <a:rPr lang="en-IN" sz="2400" dirty="0"/>
              <a:t>Creating and deleting directories to organize files</a:t>
            </a:r>
          </a:p>
          <a:p>
            <a:r>
              <a:rPr lang="en-IN" sz="2400" dirty="0"/>
              <a:t>Supporting primitives for manipulating files and directories</a:t>
            </a:r>
          </a:p>
          <a:p>
            <a:r>
              <a:rPr lang="en-IN" sz="2400" dirty="0"/>
              <a:t>Mapping files onto secondary storage</a:t>
            </a:r>
          </a:p>
          <a:p>
            <a:r>
              <a:rPr lang="en-IN" sz="2400" dirty="0"/>
              <a:t>Backing up files on stable storage media</a:t>
            </a:r>
          </a:p>
        </p:txBody>
      </p:sp>
    </p:spTree>
    <p:extLst>
      <p:ext uri="{BB962C8B-B14F-4D97-AF65-F5344CB8AC3E}">
        <p14:creationId xmlns:p14="http://schemas.microsoft.com/office/powerpoint/2010/main" val="205128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3F71-2AAC-2B0E-B698-84BDC725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Mass storage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D6F7-DA34-0397-DCB5-B0D791C2A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Free space management</a:t>
            </a:r>
          </a:p>
          <a:p>
            <a:r>
              <a:rPr lang="en-IN" sz="2800" dirty="0"/>
              <a:t>Storage allocation</a:t>
            </a:r>
          </a:p>
          <a:p>
            <a:r>
              <a:rPr lang="en-IN" sz="2800" dirty="0"/>
              <a:t>Disk scheduling</a:t>
            </a:r>
          </a:p>
        </p:txBody>
      </p:sp>
    </p:spTree>
    <p:extLst>
      <p:ext uri="{BB962C8B-B14F-4D97-AF65-F5344CB8AC3E}">
        <p14:creationId xmlns:p14="http://schemas.microsoft.com/office/powerpoint/2010/main" val="2932724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81CC-E8FE-CA21-9AFF-48C57ADC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0322"/>
          </a:xfrm>
        </p:spPr>
        <p:txBody>
          <a:bodyPr/>
          <a:lstStyle/>
          <a:p>
            <a:r>
              <a:rPr lang="en-IN" dirty="0"/>
              <a:t>Caching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BFF069-B155-00E5-876F-7DB4E5822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7360" y="2075688"/>
            <a:ext cx="8513064" cy="3026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4D2671-37CA-98C9-AF30-3B8EE82D05D6}"/>
              </a:ext>
            </a:extLst>
          </p:cNvPr>
          <p:cNvSpPr txBox="1"/>
          <p:nvPr/>
        </p:nvSpPr>
        <p:spPr>
          <a:xfrm>
            <a:off x="2002536" y="6135624"/>
            <a:ext cx="761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MIGRATION OF INTEGER A FROM DISK TO REGISTER</a:t>
            </a:r>
          </a:p>
        </p:txBody>
      </p:sp>
    </p:spTree>
    <p:extLst>
      <p:ext uri="{BB962C8B-B14F-4D97-AF65-F5344CB8AC3E}">
        <p14:creationId xmlns:p14="http://schemas.microsoft.com/office/powerpoint/2010/main" val="180997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8BCF-7AA3-56E1-CC3C-8BFDD373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I/O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89084-57A1-F6AA-BE7C-33FFC752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71016"/>
            <a:ext cx="8946541" cy="4977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I/O subsystem: is a part of operating system that manages</a:t>
            </a:r>
          </a:p>
          <a:p>
            <a:pPr marL="0" indent="0">
              <a:buNone/>
            </a:pPr>
            <a:r>
              <a:rPr lang="en-IN" sz="2400" b="1" dirty="0"/>
              <a:t> communication between  the CPU and I/O devices.</a:t>
            </a:r>
          </a:p>
          <a:p>
            <a:pPr marL="0" indent="0">
              <a:buNone/>
            </a:pPr>
            <a:endParaRPr lang="en-IN" sz="2400" b="1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A  memory management component that includes buffering, caching, and spooling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A general device interface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Drivers for specific hardware devices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449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0199-2516-4804-63BA-59555F50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OPERATING SYSTEM SERVICES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26DDC4-04EB-8CFF-2FB2-ED853756E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880" y="1344168"/>
            <a:ext cx="8449055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5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BCFA0-A0F5-B05E-D051-464411BF9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9969" y="960120"/>
            <a:ext cx="7223760" cy="474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5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76AD-723A-63D8-40F5-FCB62683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321218"/>
          </a:xfrm>
        </p:spPr>
        <p:txBody>
          <a:bodyPr/>
          <a:lstStyle/>
          <a:p>
            <a:r>
              <a:rPr lang="en-IN" dirty="0"/>
              <a:t>The handling of user application invoking open() system 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D2C542-2501-95FF-2A7B-0011DD9C5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416" y="2130551"/>
            <a:ext cx="7296912" cy="427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2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3924-8CB7-4B16-46F9-2678A5CB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6042"/>
          </a:xfrm>
        </p:spPr>
        <p:txBody>
          <a:bodyPr/>
          <a:lstStyle/>
          <a:p>
            <a:r>
              <a:rPr lang="en-IN" dirty="0"/>
              <a:t>Passing of parameters as a table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4EB481-F476-39D8-EBC4-E08BDAACC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273" y="2499434"/>
            <a:ext cx="6366218" cy="376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87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4EBA-EF5F-56C0-AEFC-C6F2E6A0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SIMPLE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51CC8-BC93-1EDB-4164-3D01B081C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864" y="1271016"/>
            <a:ext cx="5961888" cy="513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7EA3E-9229-C261-9DB3-956B31742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016" y="1161288"/>
            <a:ext cx="8759952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83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B3E7-D40D-E889-AA7D-3A8A7C0A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MODULES</a:t>
            </a:r>
            <a:br>
              <a:rPr lang="en-IN" sz="2800" b="1" dirty="0"/>
            </a:br>
            <a:r>
              <a:rPr lang="en-IN" sz="2800" b="1" dirty="0"/>
              <a:t>Solaris Loadable Modules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C469FB-29B9-7C2E-1B00-2D4ED2473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798" y="2054929"/>
            <a:ext cx="6420180" cy="347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68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0C7BB5-704B-82DE-94D8-485D51E5F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528" y="475488"/>
            <a:ext cx="9436608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0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96B7-7A98-F54B-E17A-43F2BDD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1450"/>
          </a:xfrm>
        </p:spPr>
        <p:txBody>
          <a:bodyPr/>
          <a:lstStyle/>
          <a:p>
            <a:r>
              <a:rPr lang="en-IN" dirty="0"/>
              <a:t>Scheduling queues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CEB2FE-C818-2474-BDDA-FD010D67F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1830" y="1499616"/>
            <a:ext cx="7524585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07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99E97-285F-2929-1A5B-B5A52388A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296" y="438912"/>
            <a:ext cx="8897112" cy="580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1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3D5844-547B-E7BF-9568-7817F3F97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648" y="1005840"/>
            <a:ext cx="8129016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64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C76E0-7574-9BB6-CFAF-B1BDFBC5B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3936" y="457200"/>
            <a:ext cx="7781544" cy="60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81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70C94-56DE-7E9F-60B5-22073DA53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4752" y="1124712"/>
            <a:ext cx="8293608" cy="497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91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D2AF-38C6-0191-E48E-AE90CC9C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46898"/>
          </a:xfrm>
        </p:spPr>
        <p:txBody>
          <a:bodyPr/>
          <a:lstStyle/>
          <a:p>
            <a:r>
              <a:rPr lang="en-IN" dirty="0"/>
              <a:t>Producer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BC442E-BDF7-175A-D654-4FF6B683B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499616"/>
            <a:ext cx="7597914" cy="397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72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FA27-E72B-999C-E699-792D450F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9466"/>
          </a:xfrm>
        </p:spPr>
        <p:txBody>
          <a:bodyPr/>
          <a:lstStyle/>
          <a:p>
            <a:r>
              <a:rPr lang="en-IN" dirty="0"/>
              <a:t>Consumer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CC235-13F1-D463-19DE-4D92E2591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736" y="1353312"/>
            <a:ext cx="7662672" cy="51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69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914</TotalTime>
  <Words>182</Words>
  <Application>Microsoft Office PowerPoint</Application>
  <PresentationFormat>Widescreen</PresentationFormat>
  <Paragraphs>46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Memory Layout for Multiprogrammed System</vt:lpstr>
      <vt:lpstr>Dual mode operation</vt:lpstr>
      <vt:lpstr>STORAGE MANAGEMENT</vt:lpstr>
      <vt:lpstr>File system management</vt:lpstr>
      <vt:lpstr>Mass storage management</vt:lpstr>
      <vt:lpstr>Caching</vt:lpstr>
      <vt:lpstr>I/O systems</vt:lpstr>
      <vt:lpstr>OPERATING SYSTEM SERVICES</vt:lpstr>
      <vt:lpstr>PowerPoint Presentation</vt:lpstr>
      <vt:lpstr>The handling of user application invoking open() system call</vt:lpstr>
      <vt:lpstr>Passing of parameters as a table </vt:lpstr>
      <vt:lpstr>SIMPLE STRUCTURE</vt:lpstr>
      <vt:lpstr>PowerPoint Presentation</vt:lpstr>
      <vt:lpstr>MODULES Solaris Loadable Modules</vt:lpstr>
      <vt:lpstr>PowerPoint Presentation</vt:lpstr>
      <vt:lpstr>Scheduling queues</vt:lpstr>
      <vt:lpstr>PowerPoint Presentation</vt:lpstr>
      <vt:lpstr>PowerPoint Presentation</vt:lpstr>
      <vt:lpstr>PowerPoint Presentation</vt:lpstr>
      <vt:lpstr>PowerPoint Presentation</vt:lpstr>
      <vt:lpstr>Producer process</vt:lpstr>
      <vt:lpstr>Consumer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RAJADHANI BAJPE</dc:creator>
  <cp:lastModifiedBy>RAJADHANI BAJPE</cp:lastModifiedBy>
  <cp:revision>50</cp:revision>
  <dcterms:created xsi:type="dcterms:W3CDTF">2026-09-08T05:03:43Z</dcterms:created>
  <dcterms:modified xsi:type="dcterms:W3CDTF">2026-10-14T06:32:07Z</dcterms:modified>
</cp:coreProperties>
</file>